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Prata" panose="020B0604020202020204" charset="0"/>
      <p:regular r:id="rId12"/>
    </p:embeddedFont>
    <p:embeddedFont>
      <p:font typeface="Raleway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71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Music Store Data Analysis Using SQL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Exploring customer behavior, sales trends, and music preferences through structured query language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94385"/>
            <a:ext cx="389930" cy="266402"/>
          </a:xfrm>
          <a:prstGeom prst="roundRect">
            <a:avLst>
              <a:gd name="adj" fmla="val 6386"/>
            </a:avLst>
          </a:prstGeom>
          <a:solidFill>
            <a:srgbClr val="443D0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36875"/>
            <a:ext cx="6770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956890" y="3289622"/>
            <a:ext cx="153240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6708" y="3336875"/>
            <a:ext cx="180997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MUSIC STORE DATABASE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0141" y="3289622"/>
            <a:ext cx="155860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EE2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49959" y="3336875"/>
            <a:ext cx="18361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17835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We're Analyzing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Music Store Database tracks customers, employees, artists, albums, tracks, invoices, and playlists — a rich dataset for uncovering business insights through SQL.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374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80245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3A3B3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1622003"/>
            <a:ext cx="425276" cy="42527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1738908"/>
            <a:ext cx="191319" cy="1913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877" y="21890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Sales Analysis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37877" y="2495550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revenue by city and country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42842" y="1480245"/>
            <a:ext cx="4005039" cy="1383878"/>
          </a:xfrm>
          <a:prstGeom prst="roundRect">
            <a:avLst>
              <a:gd name="adj" fmla="val 1537"/>
            </a:avLst>
          </a:prstGeom>
          <a:solidFill>
            <a:srgbClr val="3A3B3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601" y="1622003"/>
            <a:ext cx="425276" cy="42527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580" y="1738908"/>
            <a:ext cx="191319" cy="191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84601" y="21890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Customers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784601" y="2495550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highest-spending buyers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96119" y="3005882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3A3B3C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147640"/>
            <a:ext cx="425276" cy="42527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56" y="3264545"/>
            <a:ext cx="191319" cy="1913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7877" y="37146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Popular Music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37877" y="4021187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top artists and genres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642842" y="3005882"/>
            <a:ext cx="4005039" cy="1383878"/>
          </a:xfrm>
          <a:prstGeom prst="roundRect">
            <a:avLst>
              <a:gd name="adj" fmla="val 1537"/>
            </a:avLst>
          </a:prstGeom>
          <a:solidFill>
            <a:srgbClr val="3A3B3C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601" y="3147640"/>
            <a:ext cx="425276" cy="425276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1580" y="3264545"/>
            <a:ext cx="191319" cy="191319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84601" y="37146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Insights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4784601" y="4021187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Drive data-informed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Schema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04899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 Core Tables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315468"/>
            <a:ext cx="3759622" cy="132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Artist — artist information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Album — album details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— song data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Genre — music categories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— buyer profiles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Invoice — purchase records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InvoiceLine — line items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5264"/>
            <a:ext cx="29491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Table Relationships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517" y="776883"/>
            <a:ext cx="3826818" cy="38267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30209" y="1508698"/>
            <a:ext cx="1233053" cy="19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Artist→Album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030209" y="1757157"/>
            <a:ext cx="1233053" cy="26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artist links to many albums.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887203" y="1508698"/>
            <a:ext cx="1233053" cy="19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Album→Track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87203" y="1757157"/>
            <a:ext cx="1233053" cy="26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Albums contain multiple tracks.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030317" y="3268866"/>
            <a:ext cx="1233053" cy="38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Customer→Invoice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30317" y="3710762"/>
            <a:ext cx="1233053" cy="26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customer can have many invoices.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87203" y="3268866"/>
            <a:ext cx="1233053" cy="38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Invoice→InvoiceLine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87203" y="3710762"/>
            <a:ext cx="1233053" cy="26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Invoices comprise several line items.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33029" y="4682430"/>
            <a:ext cx="733506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These one-to-many relationships connect customer purchases to artists and tracks — the foundation of every analytical query in this project.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46000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Queries Performed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56122"/>
            <a:ext cx="4107135" cy="1886843"/>
          </a:xfrm>
          <a:prstGeom prst="roundRect">
            <a:avLst>
              <a:gd name="adj" fmla="val 1127"/>
            </a:avLst>
          </a:prstGeom>
          <a:solidFill>
            <a:srgbClr val="EEE27D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Easy Level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61096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Senior-most employee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most invoices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3 invoice totals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Highest-revenue city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customer by spend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97881"/>
            <a:ext cx="23714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Moderate &amp; Advanced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6109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Rock music listeners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rock artists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Popular genres by country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spending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3681561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Concepts Applied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896987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A3B3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387" y="1161157"/>
            <a:ext cx="176064" cy="176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8380" y="101433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SELECT · WHERE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1643" y="1698575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A3B3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387" y="1962745"/>
            <a:ext cx="176064" cy="176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8380" y="1815926"/>
            <a:ext cx="172662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ORDER BY · GROUP BY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1643" y="2500164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A3B3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387" y="2764334"/>
            <a:ext cx="176064" cy="176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8380" y="2617515"/>
            <a:ext cx="162468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INNER JOIN · HAVING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21643" y="3301752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A3B3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387" y="3565922"/>
            <a:ext cx="176064" cy="176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8380" y="3419103"/>
            <a:ext cx="19320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COUNT · SUM · AVG · MAX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21643" y="4103340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3A3B3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387" y="4367510"/>
            <a:ext cx="176064" cy="1760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88380" y="4220691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CTE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4982"/>
            <a:ext cx="425774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Business Findings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11487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71490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Best Customer Identified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99458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spender surfaced via spending analysis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011487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8714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Most Profitable City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78001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Highest-revenue location pinpointed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011487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8714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Genres &amp; Artists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7800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 popular music categories and performers found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011487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8714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Country Trends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78001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Purchasing patterns analyzed by region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59049"/>
            <a:ext cx="27208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SQL Delivers Real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922264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project demonstrates how SQL extracts meaningful intelligence from large datasets — analyzing customer behavior, sales performance, and music popularity to support data-driven decisions.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24339" y="3442618"/>
            <a:ext cx="2628230" cy="779562"/>
          </a:xfrm>
          <a:prstGeom prst="roundRect">
            <a:avLst>
              <a:gd name="adj" fmla="val 2728"/>
            </a:avLst>
          </a:prstGeom>
          <a:solidFill>
            <a:srgbClr val="183A1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365767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85037" y="3605585"/>
            <a:ext cx="20257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query answered a real business question.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On-screen Show (16:9)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Prata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Ruturaj Mane</cp:lastModifiedBy>
  <cp:revision>2</cp:revision>
  <dcterms:created xsi:type="dcterms:W3CDTF">2026-06-09T07:01:12Z</dcterms:created>
  <dcterms:modified xsi:type="dcterms:W3CDTF">2026-06-09T07:02:26Z</dcterms:modified>
</cp:coreProperties>
</file>